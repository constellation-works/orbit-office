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/>
        <p:txBody>
          <a:bodyPr/>
          <a:lstStyle/>
          <a:p>
            <a:r>
              <a:t>SIMULATED Lantern orientation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lstStyle/>
          <a:p>
            <a:r>
              <a:t>Invented system, people and company. No production data.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/>
        <p:txBody>
          <a:bodyPr/>
          <a:lstStyle/>
          <a:p>
            <a:r>
              <a:t>Lantern dispatch system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lstStyle/>
          <a:p>
            <a:r>
              <a:t>The durable spool routes paper-kite orders. Mira Vale owns recovery.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/>
        <p:txBody>
          <a:bodyPr/>
          <a:lstStyle/>
          <a:p>
            <a:r>
              <a:t>Access and leave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lstStyle/>
          <a:p>
            <a:r>
              <a:t>Lantern-Readers is read-only. PTO allowance is 20 days; arrange coverage five working days ahead.</a:t>
            </a:r>
          </a:p>
        </p:txBody>
      </p:sp>
    </p:spTree>
  </p:cSld>
  <p:clrMapOvr>
    <a:masterClrMapping/>
  </p:clrMapOvr>
</p:sld>
</file>