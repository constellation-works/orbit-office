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  <p:sldId id="257" r:id="rId1"/>
  </p:sldIdLst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_rels/slide2.xml.rels><Relationships xmlns="http://schemas.openxmlformats.org/package/2006/relationships"><Relationship Id="notes" Type="http://schemas.openxmlformats.org/officeDocument/2006/relationships/notesSlide" Target="../notesSlides/notesSlide7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Closing title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Opening title</a:t>
            </a:r>
          </a:p>
          <a:p>
            <a:pPr>
              <a:buChar char="•"/>
            </a:pPr>
            <a:r>
              <a:t>First slide action</a:t>
            </a:r>
          </a:p>
        </p:txBody>
      </p:sp>
    </p:spTree>
  </p:cSld>
</p:sld>
</file>