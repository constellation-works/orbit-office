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  <p:sldId id="257" r:id="rId1"/>
  </p:sldIdLst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p="http://schemas.openxmlformats.org/presentationml/2006/main">
  <p:cSld/>
</p:sld>
</file>

<file path=ppt/slides/slide2.xml><?xml version="1.0" encoding="utf-8"?>
<p:sld xmlns:p="http://schemas.openxmlformats.org/presentationml/2006/main">
  <p:cSld/>
</p:sld>
</file>