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notesSlide7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Speaker notes for opening.</a:t>
            </a:r>
          </a:p>
        </p:txBody>
      </p:sp>
    </p:spTree>
  </p:cSld>
</p:notes>
</file>

<file path=ppt/slides/_rels/slide2.xml.rels><Relationships xmlns="http://schemas.openxmlformats.org/package/2006/relationships"><Relationship Id="notes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Closing title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Opening title</a:t>
            </a:r>
          </a:p>
          <a:p>
            <a:pPr>
              <a:buChar char="•"/>
            </a:pPr>
            <a:r>
              <a:t>First slide action</a:t>
            </a:r>
          </a:p>
        </p:txBody>
      </p:sp>
    </p:spTree>
  </p:cSld>
</p:sld>
</file>